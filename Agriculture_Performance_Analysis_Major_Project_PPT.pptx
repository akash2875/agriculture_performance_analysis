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jfif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f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3" Type="http://schemas.openxmlformats.org/officeDocument/2006/relationships/image" Target="../media/image1.jf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23157" y="3583914"/>
            <a:ext cx="3400089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sz="1800" b="0"/>
              <a:t>Akash B</a:t>
            </a:r>
            <a:br/>
            <a:r>
              <a:rPr sz="1800" b="0"/>
              <a:t>College Name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/>
          </a:bodyPr>
          <a:lstStyle/>
          <a:p>
            <a:r>
              <a:rPr sz="2200" b="1"/>
              <a:t>Project Title -</a:t>
            </a:r>
            <a:br/>
            <a:r>
              <a:rPr sz="2200" b="1"/>
              <a:t>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317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0"/>
              <a:t>AICTE STU ID : 3VC23IS002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sz="1500" b="0"/>
              <a:t>Agriculture performance depends on crop selection, climate, soil conditions, irrigation, input usage and market economics. Farmers and decision-makers need a simple way to compare these factors and identify practices associated with better yield, profitability and water efficiency.</a:t>
            </a:r>
            <a:br/>
            <a:br/>
            <a:r>
              <a:rPr sz="1500" b="0"/>
              <a:t>This project analyzes 4,000 farm records to uncover patterns in yield, production, profit, irrigation performance and disease/pest risk.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sz="2400" b="1"/>
              <a:t>PROBLEM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sz="1500" b="0"/>
              <a:t>Agriculture Performance Analysis is a data-driven study of farm-level records containing crop, season, location, weather, soil, input, irrigation, yield, revenue, cost, profit, water use and disease/pest risk.</a:t>
            </a:r>
            <a:br/>
            <a:br/>
            <a:r>
              <a:rPr sz="1500" b="0"/>
              <a:t>The workflow includes data loading, cleaning, descriptive statistics, grouping by crop/season/state/irrigation method, correlation analysis and visualization. The objective is to convert raw agricultural data into clear insights that can support better farm planning.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sz="1600" b="0"/>
              <a:t>• Farmers – compare crop and irrigation performance.</a:t>
            </a:r>
            <a:br/>
            <a:r>
              <a:rPr sz="1600" b="0"/>
              <a:t>• Agricultural officers – monitor regional patterns and risks.</a:t>
            </a:r>
            <a:br/>
            <a:r>
              <a:rPr sz="1600" b="0"/>
              <a:t>• Agribusiness planners – evaluate production and profitability.</a:t>
            </a:r>
            <a:br/>
            <a:r>
              <a:rPr sz="1600" b="0"/>
              <a:t>• Researchers/analysts – study relationships between inputs, yield and water use.</a:t>
            </a:r>
            <a:br/>
            <a:r>
              <a:rPr sz="1600" b="0"/>
              <a:t>• Students – learn practical data visualization using an agricultural dataset.</a:t>
            </a: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sz="1800" b="0"/>
              <a:t>Programming: Python</a:t>
            </a:r>
            <a:br/>
            <a:r>
              <a:rPr sz="1800" b="0"/>
              <a:t>Data handling: Pandas, NumPy</a:t>
            </a:r>
            <a:br/>
            <a:r>
              <a:rPr sz="1800" b="0"/>
              <a:t>Visualization: Matplotlib</a:t>
            </a:r>
            <a:br/>
            <a:r>
              <a:rPr sz="1800" b="0"/>
              <a:t>Environment: Jupyter Notebook / VS Code</a:t>
            </a:r>
            <a:br/>
            <a:r>
              <a:rPr sz="1800" b="0"/>
              <a:t>Data source: Agriculture farm CSV dataset</a:t>
            </a:r>
            <a:br/>
            <a:r>
              <a:rPr sz="1800" b="0"/>
              <a:t>Methods: Descriptive statistics, group-by analysis, correlation and visualization</a:t>
            </a: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sz="2400" b="1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sz="2400" b="1"/>
              <a:t>RESULTS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/>
              <a:t>Crop Performance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Average yield: 5.27 t/ha</a:t>
            </a:r>
            <a:br/>
            <a:r>
              <a:rPr sz="1400" b="1"/>
              <a:t>Highest average: Sugarcane (46.94 t/ha)</a:t>
            </a:r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crop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5960"/>
            <a:ext cx="6583680" cy="3703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452360" y="20574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/>
              <a:t>Key finding:
Sugarcane has a much higher average yield in this dataset than the other crops. Crop-level comparisons should therefore consider both yield and economic outcomes.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sz="2400" b="1"/>
              <a:t>RESULTS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/>
              <a:t>Irrigation Performance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Drip yield: 6.62 t/ha</a:t>
            </a:r>
            <a:br/>
            <a:r>
              <a:rPr sz="1400" b="1"/>
              <a:t>Drip profit: ₹219,626</a:t>
            </a:r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irrigation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5960"/>
            <a:ext cx="6583680" cy="39502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452360" y="20574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/>
              <a:t>Key finding:
Drip irrigation shows the highest average yield among the four irrigation methods in the dataset. It also has the highest average profit.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sz="2400" b="1"/>
              <a:t>RESULTS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/>
              <a:t>Seasonal Profitability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Kharif: ₹178,915</a:t>
            </a:r>
            <a:br/>
            <a:r>
              <a:rPr sz="1400" b="1"/>
              <a:t>Rabi: ₹87,689</a:t>
            </a:r>
            <a:br/>
            <a:r>
              <a:rPr sz="1400" b="1"/>
              <a:t>Zaid: ₹-24,805</a:t>
            </a:r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season_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5960"/>
            <a:ext cx="6583680" cy="39502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452360" y="20574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/>
              <a:t>Key finding:
Kharif has the strongest average profit, while Zaid has a negative average profit in this dataset.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sz="2400" b="1"/>
              <a:t>RESULTS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/>
              <a:t>State-wise Performance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Top average profit: Punjab ₹136,026</a:t>
            </a:r>
            <a:br/>
            <a:r>
              <a:rPr sz="1400" b="1"/>
              <a:t>Overall average profit: ₹111,556</a:t>
            </a:r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state_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5960"/>
            <a:ext cx="6583680" cy="3703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452360" y="20574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/>
              <a:t>Key finding:
Punjab records the highest average profit among the states represented. Andhra Pradesh has the lowest average profit.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sz="2400" b="1"/>
              <a:t>RESULTS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/>
              <a:t>Water Efficiency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Average efficiency: 5.39 t/1000m³</a:t>
            </a:r>
            <a:br/>
            <a:r>
              <a:rPr sz="1400" b="1"/>
              <a:t>Yield–efficiency correlation: 0.92</a:t>
            </a:r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yield_wa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5960"/>
            <a:ext cx="6583680" cy="421355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452360" y="20574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/>
              <a:t>Key finding:
Yield and water-efficiency move strongly together in the dataset. This indicates that water productivity is an important performance indicator to monitor.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sz="2400" b="1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/>
              <a:t>1. Predictive yield forecasting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0"/>
              <a:t>2. Crop recommendation &amp; risk alerts</a:t>
            </a:r>
            <a:br/>
            <a:r>
              <a:rPr sz="1500" b="0"/>
              <a:t>3. Weather and soil-based decision support</a:t>
            </a:r>
            <a:br/>
            <a:r>
              <a:rPr sz="1500" b="0"/>
              <a:t>4. Interactive Power BI / Streamlit dashboard</a:t>
            </a:r>
            <a:br/>
            <a:r>
              <a:rPr sz="1500" b="0"/>
              <a:t>5. Time-series analysis with historical farm data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sz="2400" b="1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/>
              <a:t>Project repository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0"/>
              <a:t>GitHub link: To be added</a:t>
            </a:r>
            <a:br/>
            <a:r>
              <a:rPr sz="1500" b="0"/>
              <a:t>Upload Python notebook, dataset documentation and final dashboard here.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sz="2000" b="1"/>
              <a:t>VOIS Course completion certificate -</a:t>
            </a:r>
            <a:br/>
            <a:r>
              <a:rPr sz="2000" b="1"/>
              <a:t>Course name - Data Visualization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/>
              <a:t>Certificate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0"/>
              <a:t>Attach the official VOIS Data Visualization course completion certificate.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sz="3200" b="1"/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sz="1800" b="0"/>
              <a:t>Agriculture Performance Analysis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556</TotalTime>
  <Words>71</Words>
  <Application>Microsoft Office PowerPoint</Application>
  <PresentationFormat>Widescreen</PresentationFormat>
  <Paragraphs>18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Aswini Kumar Motapothula</cp:lastModifiedBy>
  <cp:revision>97</cp:revision>
  <dcterms:created xsi:type="dcterms:W3CDTF">2021-07-11T13:13:15Z</dcterms:created>
  <dcterms:modified xsi:type="dcterms:W3CDTF">2026-09-02T10:35:59Z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